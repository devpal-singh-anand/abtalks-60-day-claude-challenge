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70" r:id="rId2"/>
    <p:sldId id="268" r:id="rId3"/>
    <p:sldId id="267" r:id="rId4"/>
    <p:sldId id="269" r:id="rId5"/>
    <p:sldId id="266" r:id="rId6"/>
    <p:sldId id="265" r:id="rId7"/>
    <p:sldId id="264" r:id="rId8"/>
    <p:sldId id="263" r:id="rId9"/>
    <p:sldId id="262" r:id="rId10"/>
    <p:sldId id="261" r:id="rId11"/>
    <p:sldId id="260" r:id="rId12"/>
    <p:sldId id="259" r:id="rId13"/>
    <p:sldId id="258" r:id="rId14"/>
    <p:sldId id="257" r:id="rId15"/>
    <p:sldId id="25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48" d="100"/>
          <a:sy n="48" d="100"/>
        </p:scale>
        <p:origin x="53" y="7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779"/>
            <a:ext cx="12192000" cy="68564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779"/>
            <a:ext cx="12192000" cy="68564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1558"/>
            <a:ext cx="12192000" cy="68564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779"/>
            <a:ext cx="12192000" cy="685644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779"/>
            <a:ext cx="12192000" cy="68564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779"/>
            <a:ext cx="12192000" cy="68564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779"/>
            <a:ext cx="12192000" cy="685644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779"/>
            <a:ext cx="12192000" cy="68564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779"/>
            <a:ext cx="12192000" cy="685644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779"/>
            <a:ext cx="12192000" cy="68564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779"/>
            <a:ext cx="12192000" cy="68564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1558"/>
            <a:ext cx="12192000" cy="68564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779"/>
            <a:ext cx="12192000" cy="685644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779"/>
            <a:ext cx="12192000" cy="685644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"/>
          <p:cNvPicPr>
            <a:picLocks noChangeAspect="1"/>
          </p:cNvPicPr>
          <p:nvPr/>
        </p:nvPicPr>
        <p:blipFill>
          <a:blip r:embed="rId2">
            <a:alphaModFix/>
          </a:blip>
          <a:srcRect/>
          <a:stretch>
            <a:fillRect/>
          </a:stretch>
        </p:blipFill>
        <p:spPr>
          <a:xfrm>
            <a:off x="0" y="779"/>
            <a:ext cx="12192000" cy="68564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0068BF"/>
      </a:accent1>
      <a:accent2>
        <a:srgbClr val="89C700"/>
      </a:accent2>
      <a:accent3>
        <a:srgbClr val="0884E3"/>
      </a:accent3>
      <a:accent4>
        <a:srgbClr val="FEA029"/>
      </a:accent4>
      <a:accent5>
        <a:srgbClr val="F07F79"/>
      </a:accent5>
      <a:accent6>
        <a:srgbClr val="95E1C1"/>
      </a:accent6>
      <a:hlink>
        <a:srgbClr val="000000"/>
      </a:hlink>
      <a:folHlink>
        <a:srgbClr val="00000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Devpal Singh Anand - [AA.SC.P2MCA25017005]</cp:lastModifiedBy>
  <cp:revision>1</cp:revision>
  <dcterms:modified xsi:type="dcterms:W3CDTF">2026-07-21T16:13:56Z</dcterms:modified>
</cp:coreProperties>
</file>